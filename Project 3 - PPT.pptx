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9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50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3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8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4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12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99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8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81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5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63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58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ADA5A-8CB0-455E-8EF3-65BF4FD8D1A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3D6FEA-E4B4-4FC8-801F-A223F4C33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66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1B14-0EA7-B8EA-A2A4-23F14DB304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Project 3: Exploratory Data Analysis (EDA) for Real Estate Pricing: Unveiling the Dynamics of House Valuation in a Dynamic Market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9F338-61C9-3824-8423-8D0C053FE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TO - </a:t>
            </a:r>
            <a:r>
              <a:rPr lang="en-US" dirty="0" err="1"/>
              <a:t>NextHikes</a:t>
            </a:r>
            <a:r>
              <a:rPr lang="en-US" dirty="0"/>
              <a:t> IT Solutions</a:t>
            </a:r>
          </a:p>
          <a:p>
            <a:r>
              <a:rPr lang="en-US" dirty="0"/>
              <a:t>Submitted by- RAJBIR KAUR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47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7BA1-9A4B-B6DD-9537-E8AE004A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loaded and cleaned.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9B5E32-6E61-8B4A-5D28-471028704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7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90CC-8EF8-A2AB-2DF5-EEAC895E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783B59-7014-1ACC-254E-649C99162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8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EA72-7388-E2AF-C1F2-670A969B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C2F0A-B375-A992-DC17-A86EB1DC8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9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F6CE-A262-FB32-39E4-D396188F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B1E39A-7E16-41A9-57BF-7AE7DB58D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2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01CD-50F3-976A-AE7C-C174C2D4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engineered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72CBB6-63E5-4A8B-2B07-0546B5368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1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3944-702D-27BE-6B5D-C5FE09CB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and Size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5DD5E-C4CD-FDA7-FA2A-C89F5735E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1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B4E1-B70E-D1AB-2EFF-D6719ED6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Trends and Historical Pricing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C8D3B-9C98-4CFA-CC67-D10A485BB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0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EE74-013E-6D3B-D56E-7944AC33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Preferences and Amenities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0E265B-E641-831D-22EF-4FBF350FE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6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37F8-EE09-00A6-3111-56DEC653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step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599A3-F948-2DA3-29F2-9F68999F8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5320" y="2016125"/>
            <a:ext cx="613568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FD67-20FB-298C-7D8F-A4ED3B01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F289-1F97-A1C8-9A0B-399325170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Primary Value Driver: Square footage (</a:t>
            </a:r>
            <a:r>
              <a:rPr lang="en-US" dirty="0" err="1"/>
              <a:t>GrLivArea</a:t>
            </a:r>
            <a:r>
              <a:rPr lang="en-US" dirty="0"/>
              <a:t>) is the most significant predictor of house price.</a:t>
            </a:r>
          </a:p>
          <a:p>
            <a:endParaRPr lang="en-US" dirty="0"/>
          </a:p>
          <a:p>
            <a:r>
              <a:rPr lang="en-US" dirty="0"/>
              <a:t>Key Amenities: Modern comforts like Central Air and larger Garages (specifically 2-3 car capacity) create a noticeable price premium.</a:t>
            </a:r>
          </a:p>
          <a:p>
            <a:endParaRPr lang="en-US" dirty="0"/>
          </a:p>
          <a:p>
            <a:r>
              <a:rPr lang="en-US" dirty="0"/>
              <a:t>Historical Context: The data reflects a market downturn after 2007, showing that even good houses were affected by the broader economic climate of 2008-2010.</a:t>
            </a:r>
          </a:p>
          <a:p>
            <a:endParaRPr lang="en-US" dirty="0"/>
          </a:p>
          <a:p>
            <a:r>
              <a:rPr lang="en-US" dirty="0"/>
              <a:t>Newer is Better: There is a clear trend where younger houses (</a:t>
            </a:r>
            <a:r>
              <a:rPr lang="en-US" dirty="0" err="1"/>
              <a:t>HouseAge</a:t>
            </a:r>
            <a:r>
              <a:rPr lang="en-US" dirty="0"/>
              <a:t>) command higher sale prices.</a:t>
            </a:r>
          </a:p>
        </p:txBody>
      </p:sp>
    </p:spTree>
    <p:extLst>
      <p:ext uri="{BB962C8B-B14F-4D97-AF65-F5344CB8AC3E}">
        <p14:creationId xmlns:p14="http://schemas.microsoft.com/office/powerpoint/2010/main" val="2291145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C605-D174-5DAE-9A9A-878CCB80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01FD-C8B1-D1BE-61AC-5D892665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OR CHROME</a:t>
            </a:r>
          </a:p>
          <a:p>
            <a:r>
              <a:rPr lang="en-US" dirty="0"/>
              <a:t>YOUTUBE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95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CC9DA4-3DB4-E531-3E42-22E4DF9E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600" dirty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562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</TotalTime>
  <Words>165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Project 3: Exploratory Data Analysis (EDA) for Real Estate Pricing: Unveiling the Dynamics of House Valuation in a Dynamic Market </vt:lpstr>
      <vt:lpstr>Dataset loaded and cleaned.</vt:lpstr>
      <vt:lpstr>Univariate Analysis</vt:lpstr>
      <vt:lpstr> Multivariate Analysis</vt:lpstr>
      <vt:lpstr>Feature Engineering</vt:lpstr>
      <vt:lpstr>Visualize the engineered features</vt:lpstr>
      <vt:lpstr>Feature Engineering and Size Impact</vt:lpstr>
      <vt:lpstr>Market Trends and Historical Pricing</vt:lpstr>
      <vt:lpstr>Customer Preferences and Amenities</vt:lpstr>
      <vt:lpstr>Final step</vt:lpstr>
      <vt:lpstr>Final Project Summary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HUT2099</dc:creator>
  <cp:lastModifiedBy>HUT2099</cp:lastModifiedBy>
  <cp:revision>2</cp:revision>
  <dcterms:created xsi:type="dcterms:W3CDTF">2026-01-15T17:54:07Z</dcterms:created>
  <dcterms:modified xsi:type="dcterms:W3CDTF">2026-01-15T18:11:55Z</dcterms:modified>
</cp:coreProperties>
</file>